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18fd143fd4532" /><Relationship Type="http://schemas.openxmlformats.org/officeDocument/2006/relationships/extended-properties" Target="/docProps/app.xml" Id="Rd42a5a79629744ff" /><Relationship Type="http://schemas.openxmlformats.org/officeDocument/2006/relationships/officeDocument" Target="/ppt/presentation.xml" Id="R840a39b74db64d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d38d1fc5b46cf"/>
  </p:sldMasterIdLst>
  <p:notesMasterIdLst>
    <p:notesMasterId xmlns:r="http://schemas.openxmlformats.org/officeDocument/2006/relationships" r:id="R61794ff2a3a44ad1"/>
  </p:notesMasterIdLst>
  <p:sldIdLst>
    <p:sldId xmlns:r="http://schemas.openxmlformats.org/officeDocument/2006/relationships" id="256" r:id="R3bbac87271c644af"/>
    <p:sldId xmlns:r="http://schemas.openxmlformats.org/officeDocument/2006/relationships" id="257" r:id="R85f125303f4448a5"/>
    <p:sldId xmlns:r="http://schemas.openxmlformats.org/officeDocument/2006/relationships" id="258" r:id="R93f2632deb3e48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eedeb8a87b4c84" /><Relationship Type="http://schemas.openxmlformats.org/officeDocument/2006/relationships/slideMaster" Target="/ppt/slideMasters/slideMaster1.xml" Id="Rfb2d38d1fc5b46cf" /><Relationship Type="http://schemas.openxmlformats.org/officeDocument/2006/relationships/notesMaster" Target="/ppt/notesMasters/notesMaster1.xml" Id="R61794ff2a3a44ad1" /><Relationship Type="http://schemas.openxmlformats.org/officeDocument/2006/relationships/presProps" Target="/ppt/presProps.xml" Id="Rf0c48106a7b44bed" /><Relationship Type="http://schemas.openxmlformats.org/officeDocument/2006/relationships/tableStyles" Target="/ppt/tableStyles.xml" Id="Rcde51479668640ef" /><Relationship Type="http://schemas.openxmlformats.org/officeDocument/2006/relationships/slide" Target="/ppt/slides/slide1.xml" Id="R3bbac87271c644af" /><Relationship Type="http://schemas.openxmlformats.org/officeDocument/2006/relationships/slide" Target="/ppt/slides/slide2.xml" Id="R85f125303f4448a5" /><Relationship Type="http://schemas.openxmlformats.org/officeDocument/2006/relationships/slide" Target="/ppt/slides/slide3.xml" Id="R93f2632deb3e48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3149508f35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cc9dfa14748dd" /><Relationship Type="http://schemas.openxmlformats.org/officeDocument/2006/relationships/notesMaster" Target="/ppt/notesMasters/notesMaster1.xml" Id="Rcc5d0e3c749f40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0646fc7314fd5" /><Relationship Type="http://schemas.openxmlformats.org/officeDocument/2006/relationships/notesMaster" Target="/ppt/notesMasters/notesMaster1.xml" Id="R512c60de2c4e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757163645144c3" /><Relationship Type="http://schemas.openxmlformats.org/officeDocument/2006/relationships/notesMaster" Target="/ppt/notesMasters/notesMaster1.xml" Id="Re8ec8ecfd2f5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先停留在标题。点击1后说：一次点击，只推进一个意思。再点击换页。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初始只见标题。点击1出现重点与解释，讲完后换页。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点击1出现主题与第一句，点击2出现后半句与结尾句。最后停留，讲完再结束放映。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7892b59ba46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c0a0ce78241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3e5c989ec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9e372eba84e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d2886062c48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231ac472e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28A07D-BBA7-4756-A6E6-A37DBA00F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1A6E08-EDA2-465D-89D1-368A429B9E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FB03EB-1B79-41BA-BC0A-4CD1C98D5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9FECF4-39E2-47C3-802C-8757E8B6E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E3F138-17D9-46B5-89E7-318DB90D50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AF110-20A3-4AFB-92FB-B4696DFD5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CAB6F6-7211-49DE-814B-D68C4AA40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B67BE4-FA35-4A41-8E11-429672E7DE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1D1FD4-04DC-40CA-9CBD-8E328C68E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8CEF2C-7F07-4E61-B7EB-3EFEAC5EF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b2aeb14924c54" /><Relationship Type="http://schemas.openxmlformats.org/officeDocument/2006/relationships/slideLayout" Target="/ppt/slideLayouts/slideLayout1.xml" Id="R3cef533416df4caf" /><Relationship Type="http://schemas.openxmlformats.org/officeDocument/2006/relationships/slideLayout" Target="/ppt/slideLayouts/slideLayout2.xml" Id="R889f0b1e9c824916" /><Relationship Type="http://schemas.openxmlformats.org/officeDocument/2006/relationships/slideLayout" Target="/ppt/slideLayouts/slideLayout3.xml" Id="Rdd8469e6d38e4bc7" /><Relationship Type="http://schemas.openxmlformats.org/officeDocument/2006/relationships/slideLayout" Target="/ppt/slideLayouts/slideLayout4.xml" Id="Re5e950732e1e4067" /><Relationship Type="http://schemas.openxmlformats.org/officeDocument/2006/relationships/slideLayout" Target="/ppt/slideLayouts/slideLayout5.xml" Id="Rb68afa3da25d4191" /><Relationship Type="http://schemas.openxmlformats.org/officeDocument/2006/relationships/slideLayout" Target="/ppt/slideLayouts/slideLayout6.xml" Id="R0a16b833c64f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f533416df4caf"/>
    <p:sldLayoutId xmlns:r="http://schemas.openxmlformats.org/officeDocument/2006/relationships" id="2147483650" r:id="R889f0b1e9c824916"/>
    <p:sldLayoutId xmlns:r="http://schemas.openxmlformats.org/officeDocument/2006/relationships" id="2147483651" r:id="Rdd8469e6d38e4bc7"/>
    <p:sldLayoutId xmlns:r="http://schemas.openxmlformats.org/officeDocument/2006/relationships" id="2147483652" r:id="Re5e950732e1e4067"/>
    <p:sldLayoutId xmlns:r="http://schemas.openxmlformats.org/officeDocument/2006/relationships" id="2147483653" r:id="Rb68afa3da25d4191"/>
    <p:sldLayoutId xmlns:r="http://schemas.openxmlformats.org/officeDocument/2006/relationships" id="2147483654" r:id="R0a16b833c64f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01650d2b544e2" /><Relationship Type="http://schemas.openxmlformats.org/officeDocument/2006/relationships/notesSlide" Target="/ppt/notesSlides/notesSlide1.xml" Id="R91042bd32de0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cbc7ec00b4f82" /><Relationship Type="http://schemas.openxmlformats.org/officeDocument/2006/relationships/notesSlide" Target="/ppt/notesSlides/notesSlide2.xml" Id="R389df18b227b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ff1e7b6c64fb5" /><Relationship Type="http://schemas.openxmlformats.org/officeDocument/2006/relationships/notesSlide" Target="/ppt/notesSlides/notesSlide3.xml" Id="R88027e47f93142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FABBFC3-8CAD-4F41-B1D6-91152F8E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rPr>
              <a:t>让讲述，有自己的节奏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EE8B43-CB4E-411F-AE31-6C22731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12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8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让重点，被看见</a:t>
            </a:r>
          </a:p>
        </p:txBody>
      </p:sp>
      <p:sp>
        <p:nvSpPr>
          <p:cNvPr id="3" name="reveal_subtitle">
            <a:extLst xmlns:a="http://schemas.openxmlformats.org/drawingml/2006/main">
              <a:ext uri="{FF2B5EF4-FFF2-40B4-BE49-F238E27FC236}">
                <a16:creationId xmlns:a16="http://schemas.microsoft.com/office/drawing/2014/main" id="{4CE42A7F-B1BE-4DA6-B1D8-71501600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rPr>
              <a:t>一次点击，只推进一个意思</a:t>
            </a:r>
          </a:p>
        </p:txBody>
      </p:sp>
    </p:spTree>
    <p:extLst>
      <p:ext uri="{BB962C8B-B14F-4D97-AF65-F5344CB8AC3E}">
        <p14:creationId xmlns:p14="http://schemas.microsoft.com/office/powerpoint/2010/main" val="1011524779"/>
      </p:ext>
    </p:extLst>
  </p:cSld>
  <p:transition xmlns:p="http://schemas.openxmlformats.org/presentationml/2006/main" spd="med" advClick="1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C2C6DD-7F14-4288-9D9E-206E328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84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先给结论，再给依据</a:t>
            </a:r>
          </a:p>
        </p:txBody>
      </p:sp>
      <p:sp>
        <p:nvSpPr>
          <p:cNvPr id="2" name="reveal_number">
            <a:extLst xmlns:a="http://schemas.openxmlformats.org/drawingml/2006/main">
              <a:ext uri="{FF2B5EF4-FFF2-40B4-BE49-F238E27FC236}">
                <a16:creationId xmlns:a16="http://schemas.microsoft.com/office/drawing/2014/main" id="{1AFCE77C-D032-4CB8-962C-D2578B03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45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4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一个重点</a:t>
            </a:r>
          </a:p>
        </p:txBody>
      </p:sp>
      <p:sp>
        <p:nvSpPr>
          <p:cNvPr id="3" name="reveal_scope">
            <a:extLst xmlns:a="http://schemas.openxmlformats.org/drawingml/2006/main">
              <a:ext uri="{FF2B5EF4-FFF2-40B4-BE49-F238E27FC236}">
                <a16:creationId xmlns:a16="http://schemas.microsoft.com/office/drawing/2014/main" id="{C504E1AA-7CAA-4C1C-BEF9-83FC4BE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rPr>
              <a:t>让文字、照片与口播保持同一顺序</a:t>
            </a:r>
          </a:p>
        </p:txBody>
      </p:sp>
    </p:spTree>
    <p:extLst>
      <p:ext uri="{BB962C8B-B14F-4D97-AF65-F5344CB8AC3E}">
        <p14:creationId xmlns:p14="http://schemas.microsoft.com/office/powerpoint/2010/main" val="303581685"/>
      </p:ext>
    </p:extLst>
  </p:cSld>
  <p:transition xmlns:p="http://schemas.openxmlformats.org/presentationml/2006/main" spd="med" advClick="1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6A0EBE-4E81-4A27-A64F-4D9D45EB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67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gradFill>
                  <a:gsLst>
                    <a:gs pos="0">
                      <a:srgbClr val="7197FF"/>
                    </a:gs>
                    <a:gs pos="47000">
                      <a:srgbClr val="B68BEA"/>
                    </a:gs>
                    <a:gs pos="100000">
                      <a:srgbClr val="ED6AAB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最后，把主题留下</a:t>
            </a:r>
          </a:p>
        </p:txBody>
      </p:sp>
      <p:sp>
        <p:nvSpPr>
          <p:cNvPr id="2" name="peace_line">
            <a:extLst xmlns:a="http://schemas.openxmlformats.org/drawingml/2006/main">
              <a:ext uri="{FF2B5EF4-FFF2-40B4-BE49-F238E27FC236}">
                <a16:creationId xmlns:a16="http://schemas.microsoft.com/office/drawing/2014/main" id="{E2BB1681-9312-41F7-8F38-AEC1052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0">
                <a:solidFill>
                  <a:srgbClr val="F5F5F7"/>
                </a:solidFill>
                <a:latin typeface="Microsoft YaHei"/>
                <a:ea typeface="Microsoft YaHei"/>
                <a:cs typeface="Microsoft YaHei"/>
              </a:rPr>
              <a:t>记住劳动者，珍惜和平</a:t>
            </a:r>
          </a:p>
        </p:txBody>
      </p:sp>
      <p:sp>
        <p:nvSpPr>
          <p:cNvPr id="3" name="caption_left">
            <a:extLst xmlns:a="http://schemas.openxmlformats.org/drawingml/2006/main">
              <a:ext uri="{FF2B5EF4-FFF2-40B4-BE49-F238E27FC236}">
                <a16:creationId xmlns:a16="http://schemas.microsoft.com/office/drawing/2014/main" id="{711119EC-6BFE-44B4-98FE-A4695A4B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rPr>
              <a:t>回到一个真实的人</a:t>
            </a:r>
          </a:p>
        </p:txBody>
      </p:sp>
      <p:sp>
        <p:nvSpPr>
          <p:cNvPr id="4" name="caption_right">
            <a:extLst xmlns:a="http://schemas.openxmlformats.org/drawingml/2006/main">
              <a:ext uri="{FF2B5EF4-FFF2-40B4-BE49-F238E27FC236}">
                <a16:creationId xmlns:a16="http://schemas.microsoft.com/office/drawing/2014/main" id="{8376DF8A-670F-4DDE-818D-77A13689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B8BE"/>
                </a:solidFill>
                <a:latin typeface="Microsoft YaHei"/>
                <a:ea typeface="Microsoft YaHei"/>
                <a:cs typeface="Microsoft YaHei"/>
              </a:rPr>
              <a:t>也回到我们的今天</a:t>
            </a:r>
          </a:p>
        </p:txBody>
      </p:sp>
      <p:sp>
        <p:nvSpPr>
          <p:cNvPr id="5" name="closing_sentence">
            <a:extLst xmlns:a="http://schemas.openxmlformats.org/drawingml/2006/main">
              <a:ext uri="{FF2B5EF4-FFF2-40B4-BE49-F238E27FC236}">
                <a16:creationId xmlns:a16="http://schemas.microsoft.com/office/drawing/2014/main" id="{CA1464E4-DCDF-490B-B1A5-034CB92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022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3A1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B3A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3A1FF"/>
                </a:solidFill>
                <a:latin typeface="Microsoft YaHei"/>
                <a:ea typeface="Microsoft YaHei"/>
                <a:cs typeface="Microsoft YaHei"/>
              </a:rPr>
              <a:t>把一个人的姓名，放回一段共同的历史</a:t>
            </a:r>
          </a:p>
        </p:txBody>
      </p:sp>
    </p:spTree>
    <p:extLst>
      <p:ext uri="{BB962C8B-B14F-4D97-AF65-F5344CB8AC3E}">
        <p14:creationId xmlns:p14="http://schemas.microsoft.com/office/powerpoint/2010/main" val="970147118"/>
      </p:ext>
    </p:extLst>
  </p:cSld>
  <p:transition xmlns:p="http://schemas.openxmlformats.org/presentationml/2006/main" spd="med" advClick="1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 decel="6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2026-10-14T09:18:27.6120000Z</dcterms:created>
  <dcterms:modified xsi:type="dcterms:W3CDTF">2026-10-14T09:18:27.6120000Z</dcterms:modified>
</coreProperties>
</file>